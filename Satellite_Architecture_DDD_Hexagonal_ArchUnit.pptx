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SATELLITE MANAGEMENT SYSTEM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DDD + Hexagonal Architecture + ArchUnit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Reference Architecture &amp; Live Demo Guide for Enterprise Java 21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ARCHITECTURAL CONTEXT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Why Move Beyond Traditional 3-Tier Layered Java?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Traditional 3-Tier Layered Architecture Problems: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Database-Centric Design: JPA @Entity classes contaminate business logic; schema changes break domain rules.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Framework Tight Coupling: @Service, @Autowired, and Jackson annotations scattered throughout business logic.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Anemic Domain Models: Dumb POJOs with getters/setters; business logic trapped inside procedural services.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Slow Test Feedback: Unit tests require booting Spring Context or mocking complex database repositories.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Architectural Decay: Without automated guardrails, developers break layer boundaries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WATA / HERBERTO GRAÇA SPECIFICATION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Hexagonal Architecture: Primary (Driving) &amp; Secondary (Driven) Adapters</a:t>
            </a:r>
          </a:p>
        </p:txBody>
      </p:sp>
      <p:pic>
        <p:nvPicPr>
          <p:cNvPr id="3" name="Picture 2" descr="diagram_hexagonal_primary_seco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ARCHITECTURAL ISOLATION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Onion &amp; Hexagonal Concentric Ring Dependency Rules</a:t>
            </a:r>
          </a:p>
        </p:txBody>
      </p:sp>
      <p:pic>
        <p:nvPicPr>
          <p:cNvPr id="3" name="Picture 2" descr="diagram_onion_concen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DOMAIN DISTILLATION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Domain-Driven Design (DDD): Ubiquitous Language &amp; Subdomains</a:t>
            </a:r>
          </a:p>
        </p:txBody>
      </p:sp>
      <p:pic>
        <p:nvPicPr>
          <p:cNvPr id="3" name="Picture 2" descr="diagram_ddd_ubiquitous_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ADAPTER LAYER FLEXIBILITY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Hexagonal Superpower: Multi-Database Adapter Swapping Demo</a:t>
            </a:r>
          </a:p>
        </p:txBody>
      </p:sp>
      <p:pic>
        <p:nvPicPr>
          <p:cNvPr id="3" name="Picture 2" descr="diagram_adapter_sw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ARCHUNIT &amp; DEMO COMMANDS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Automated Architecture Enforcement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59E0B"/>
                </a:solidFill>
              </a:defRPr>
            </a:pPr>
            <a:r>
              <a:t>1. ArchUnit Build Gates (11 Mandatory Rules):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Domain Purity: domain has zero dependencies on infrastructure, application, Spring, or JPA.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Port Isolation: Inbound &amp; Outbound ports reside strictly in domain.port package.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Controller Constraint: REST controllers depend ONLY on inbound ports (LaunchSatelliteUseCase).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Adapter Isolation: Driving adapters (REST) cannot call driven adapters (JPA).</a:t>
            </a:r>
          </a:p>
          <a:p>
            <a:br/>
            <a:pPr>
              <a:defRPr b="1" sz="1800">
                <a:solidFill>
                  <a:srgbClr val="10B981"/>
                </a:solidFill>
              </a:defRPr>
            </a:pPr>
            <a:r>
              <a:t>2. Execution &amp; Live Demo Commands: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$ mvn clean test               # Runs 37 unit, integration &amp; ArchUnit tests (0 failures)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$ mvn spring-boot:run          # Launches live Spring Boot REST application on http://localhost:8080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$ curl -X POST .../satellites  # Launches new satellite &amp; persists via SatelliteRepository 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